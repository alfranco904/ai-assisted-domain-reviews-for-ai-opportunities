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1874519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DOMAIN UNWIND  ·  CARD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Data Governance Considerations for AI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The risk and control counterpart to each AI opportunity in the card lifecycle — what has to be governed before it can be trusted in production.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The Governance Control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Five stages. Five governance risks. One control framework.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00200"/>
          <a:ext cx="105156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9A227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109728" marR="109728" anchor="ctr">
                    <a:solidFill>
                      <a:srgbClr val="16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9A227"/>
                          </a:solidFill>
                          <a:latin typeface="Calibri"/>
                        </a:rPr>
                        <a:t>GOVERNANCE RISK</a:t>
                      </a:r>
                    </a:p>
                  </a:txBody>
                  <a:tcPr marL="109728" marR="109728" anchor="ctr">
                    <a:solidFill>
                      <a:srgbClr val="16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9A227"/>
                          </a:solidFill>
                          <a:latin typeface="Calibri"/>
                        </a:rPr>
                        <a:t>KEY CONTROL</a:t>
                      </a:r>
                    </a:p>
                  </a:txBody>
                  <a:tcPr marL="109728" marR="109728" anchor="ctr">
                    <a:solidFill>
                      <a:srgbClr val="16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01 · Authorization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Biased or unexplainable approval decisions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Model validation + fair-lending testing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02 · Settlement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Untraceable financial adjustments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Full data lineage + SOX change control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03 · Interchange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Contractual/licensing exposure on rate data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Source governance + human review gate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04 · Chargebacks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PII exposure + GenAI hallucination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Privacy controls + human-in-the-loop review</a:t>
                      </a:r>
                    </a:p>
                  </a:txBody>
                  <a:tcPr marL="109728" marR="109728" anchor="ctr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05 · Reporting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Broken access boundaries, GL misstatement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506B"/>
                          </a:solidFill>
                          <a:latin typeface="Calibri"/>
                        </a:rPr>
                        <a:t>Entitlement inheritance + sign-off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Every AI opportunity in this lifecycle ships with a control obligation — governance is the second half of the 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01 —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Model Risk &amp; Fair-Lending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Fraud/approval models require SR 11-7-style validation, independent review, and ongoing drift monitoring before production use.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Decline decisions must stay explainable to satisfy adverse-action requirements under Reg B/ECOA, and be tested for disparate impact across protected classes.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GOVERNANCE FOCUS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Explainability · fair-lending testing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AUTHORIZATION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02 — SETTLEMENT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Data Lineage &amp; Financial-Control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Anomaly-detection outputs feeding reconciliation and financial close need full lineage and audit trails back to source transaction data.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Changes to settlement/reconciliation model logic fall under SOX-relevant change control since they touch financial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GOVERNANCE FOCUS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Lineage · SOX-aligned change control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SETTLEMENT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03 — INTERCHANGE &amp; FEES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Source Data Integrity &amp; Contractual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Network interchange rate tables are licensed, contractual data — sourcing and refresh must be governed and version-controlled.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Automated fee-recovery claims need a human review gate before submission to acquirers/networks to avoid contractual or legal exposure.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GOVERNANCE FOCUS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Licensed-data controls · review gate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INTERCHANGE &amp; FEES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04 — CHARGEBACKS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PII Handling &amp; Generative-Output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Dispute correspondence and evidence contain PII/PCI data — access, retention, and sharing must follow GLBA and applicable state privacy law.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GenAI-drafted representment packages carry hallucination risk and must pass human review before submission to the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GOVERNANCE FOCUS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Human-in-the-loop before submission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CHARGEBACKS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05 — REPORTING &amp; GL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Access Control &amp; Financial-Statement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Natural-language query over the transaction warehouse must inherit existing row-level entitlements — AI cannot become a backdoor around access controls.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500">
                <a:solidFill>
                  <a:srgbClr val="44506B"/>
                </a:solidFill>
                <a:latin typeface="Calibri"/>
              </a:rPr>
              <a:t>LLM-generated GL commentary requires reconciliation against source figures and human sign-off; it supports, but cannot replace, the control owner.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GOVERNANCE FOCUS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Entitlement inheritance · sign-off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REPORTING &amp; GL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475</Words>
  <Application>Microsoft Office PowerPoint</Application>
  <PresentationFormat>Widescreen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Franco</cp:lastModifiedBy>
  <cp:revision>2</cp:revision>
  <dcterms:created xsi:type="dcterms:W3CDTF">2013-01-27T09:14:16Z</dcterms:created>
  <dcterms:modified xsi:type="dcterms:W3CDTF">2026-09-15T19:41:09Z</dcterms:modified>
  <cp:category/>
</cp:coreProperties>
</file>